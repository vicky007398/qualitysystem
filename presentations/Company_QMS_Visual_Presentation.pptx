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 incharge is the assigned primary reviewer. Admin can approve, approve with remarks, return or reject any pending report. Approved and rejected records are locked. Account management is a separate Super User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IPQC definitions match original QMS except generic company identifiers. Screenshot shows the original Stringer parameter matrices. Screenshot uses sample data, not production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five Gel sample readings. W1=1 g, W2=2 g, W3=2.85 g, calculated gel=85% and average=85%. This screenshot demonstrates calculations; it is not a submitted complete Gel record. Screenshot uses sample data, not production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shows a submitted IPQC record approved with remarks through the current application workflow. Approved/rejected records are locked. Screenshot uses sample data, not production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uses the administrator account and an approved sample IPQC record. Admin has report oversight; separate Super User handles account management. Screenshot uses sample data, not production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Benefits are based on app capabilities. Measure actual time savings, error rates and ROI in a company pilot. No unsupported best-in-market or guaranteed savings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COMPANY QMS /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rial"/>
              </a:defRPr>
            </a:pPr>
            <a:r>
              <a:t>Your checksheet. Upgraded.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0AEC2"/>
                </a:solidFill>
                <a:latin typeface="Arial"/>
              </a:defRPr>
            </a:pPr>
            <a:r>
              <a:t>Full original forms. Generic branding. Actual demo app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1F5F9"/>
                </a:solidFill>
                <a:latin typeface="Arial"/>
              </a:defRPr>
            </a:pPr>
            <a:r>
              <a:t>From paper entries</a:t>
            </a:r>
          </a:p>
          <a:p>
            <a:pPr>
              <a:spcAft>
                <a:spcPts val="700"/>
              </a:spcAft>
              <a:defRPr sz="3300" b="1">
                <a:solidFill>
                  <a:srgbClr val="F1F5F9"/>
                </a:solidFill>
                <a:latin typeface="Arial"/>
              </a:defRPr>
            </a:pPr>
            <a:r>
              <a:t>to quality records</a:t>
            </a:r>
          </a:p>
          <a:p>
            <a:pPr>
              <a:spcAft>
                <a:spcPts val="700"/>
              </a:spcAft>
              <a:defRPr sz="3300" b="1">
                <a:solidFill>
                  <a:srgbClr val="F1F5F9"/>
                </a:solidFill>
                <a:latin typeface="Arial"/>
              </a:defRPr>
            </a:pPr>
            <a:r>
              <a:t>you can trace.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DD4BF"/>
                </a:solidFill>
                <a:latin typeface="Arial"/>
              </a:defRPr>
            </a:pPr>
            <a:r>
              <a:t>Enter clearly.</a:t>
            </a:r>
          </a:p>
          <a:p>
            <a:pPr>
              <a:spcAft>
                <a:spcPts val="700"/>
              </a:spcAft>
              <a:defRPr sz="2200" b="1">
                <a:solidFill>
                  <a:srgbClr val="2DD4BF"/>
                </a:solidFill>
                <a:latin typeface="Arial"/>
              </a:defRPr>
            </a:pPr>
            <a:r>
              <a:t>Review confidently.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737360"/>
            <a:ext cx="6217920" cy="425196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93570"/>
            <a:ext cx="6035040" cy="39395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A0AEC2"/>
                </a:solidFill>
                <a:latin typeface="Arial"/>
              </a:defRPr>
            </a:pPr>
            <a:r>
              <a:t>IPQC + CTQ  •  Guided entry  •  Approvals  •  PDF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COMPANY QMS /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rial"/>
              </a:defRPr>
            </a:pPr>
            <a:r>
              <a:t>Same checksheet. Less manual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0AEC2"/>
                </a:solidFill>
                <a:latin typeface="Arial"/>
              </a:defRPr>
            </a:pPr>
            <a:r>
              <a:t>Full original forms. Generic branding. Actual demo app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155680" cy="859536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93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DD4BF"/>
                </a:solidFill>
                <a:latin typeface="Arial"/>
              </a:defRPr>
            </a:pPr>
            <a: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4767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Handwritten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4767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Structured fields + required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07208"/>
            <a:ext cx="11155680" cy="859536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53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DD4BF"/>
                </a:solidFill>
                <a:latin typeface="Arial"/>
              </a:defRPr>
            </a:pPr>
            <a:r>
              <a:t>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718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Manual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Automatic CTQ averages and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31336"/>
            <a:ext cx="11155680" cy="859536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DD4BF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9592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Physical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95928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Assigned reviewer + visible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55464"/>
            <a:ext cx="11155680" cy="859536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01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DD4BF"/>
                </a:solidFill>
                <a:latin typeface="Arial"/>
              </a:defRPr>
            </a:pPr>
            <a:r>
              <a:t>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020056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Search through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020056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Filter reports + download PDFs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COMPANY QMS /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rial"/>
              </a:defRPr>
            </a:pPr>
            <a:r>
              <a:t>Simple flow. Clear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0AEC2"/>
                </a:solidFill>
                <a:latin typeface="Arial"/>
              </a:defRPr>
            </a:pPr>
            <a:r>
              <a:t>Full original forms. Generic branding. Actual demo app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337560" cy="16459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677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DD4BF"/>
                </a:solidFill>
                <a:latin typeface="Arial"/>
              </a:defRPr>
            </a:pPr>
            <a:r>
              <a:t>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70632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rial"/>
              </a:defRPr>
            </a:pPr>
            <a:r>
              <a:t>Fill checksheet</a:t>
            </a:r>
          </a:p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rial"/>
              </a:defRPr>
            </a:pPr>
            <a:r>
              <a:t>Save draft &gt; Submit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337560" cy="16459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2677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DD4BF"/>
                </a:solidFill>
                <a:latin typeface="Arial"/>
              </a:defRPr>
            </a:pPr>
            <a:r>
              <a:t>SHIFT INCHARGE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770632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rial"/>
              </a:defRPr>
            </a:pPr>
            <a:r>
              <a:t>Verify readings</a:t>
            </a:r>
          </a:p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rial"/>
              </a:defRPr>
            </a:pPr>
            <a:r>
              <a:t>Approve or return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011680"/>
            <a:ext cx="3337560" cy="16459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22677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DD4BF"/>
                </a:solidFill>
                <a:latin typeface="Arial"/>
              </a:defRPr>
            </a:pPr>
            <a:r>
              <a:t>SAVED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770632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rial"/>
              </a:defRPr>
            </a:pPr>
            <a:r>
              <a:t>Approved checksheet</a:t>
            </a:r>
          </a:p>
          <a:p>
            <a:pPr>
              <a:spcAft>
                <a:spcPts val="700"/>
              </a:spcAft>
              <a:defRPr sz="1800" b="0">
                <a:solidFill>
                  <a:srgbClr val="F1F5F9"/>
                </a:solidFill>
                <a:latin typeface="Arial"/>
              </a:defRPr>
            </a:pPr>
            <a:r>
              <a:t>PDF + review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2DD4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2DD4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096512"/>
            <a:ext cx="10149840" cy="59436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24281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A0AEC2"/>
                </a:solidFill>
                <a:latin typeface="Arial"/>
              </a:defRPr>
            </a:pPr>
            <a:r>
              <a:t>RETURNED?  Operator corrects the entry and resubmits.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11109960" cy="68580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400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ADMIN: Monitors all records and can also review pending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COMPANY QMS /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rial"/>
              </a:defRPr>
            </a:pPr>
            <a:r>
              <a:t>Guided entry. Full original IPQC fields.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0AEC2"/>
                </a:solidFill>
                <a:latin typeface="Arial"/>
              </a:defRPr>
            </a:pPr>
            <a:r>
              <a:t>Full original forms. Generic branding. Actual demo app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8092440" cy="448056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p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783080"/>
            <a:ext cx="6583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DD4BF"/>
                </a:solidFill>
                <a:latin typeface="Arial"/>
              </a:defRPr>
            </a:pPr>
            <a:r>
              <a:t>Familiar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35915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36 stages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166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8BDF8"/>
                </a:solidFill>
                <a:latin typeface="Arial"/>
              </a:defRPr>
            </a:pPr>
            <a:r>
              <a:t>Complete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68503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860 observation fields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Required before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5262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DD4BF"/>
                </a:solidFill>
                <a:latin typeface="Arial"/>
              </a:defRPr>
            </a:pPr>
            <a:r>
              <a:t>Work at your 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0109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Save drafts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Continue during the 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COMPANY QMS /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rial"/>
              </a:defRPr>
            </a:pPr>
            <a:r>
              <a:t>Readings in. Calculations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0AEC2"/>
                </a:solidFill>
                <a:latin typeface="Arial"/>
              </a:defRPr>
            </a:pPr>
            <a:r>
              <a:t>Full original forms. Generic branding. Actual demo app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8092440" cy="448056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t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783080"/>
            <a:ext cx="6583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DD4BF"/>
                </a:solidFill>
                <a:latin typeface="Arial"/>
              </a:defRPr>
            </a:pPr>
            <a:r>
              <a:t>Automatic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35915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Sample values become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calculated CTQ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8BDF8"/>
                </a:solidFill>
                <a:latin typeface="Arial"/>
              </a:defRPr>
            </a:pPr>
            <a:r>
              <a:t>Full test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68503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Gel, Ribbon, Adhesion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and Busbar Peel.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5262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DD4BF"/>
                </a:solidFill>
                <a:latin typeface="Arial"/>
              </a:defRPr>
            </a:pPr>
            <a:r>
              <a:t>Visible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0109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Review averages and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calculated PASS / FAIL.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COMPANY QMS /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rial"/>
              </a:defRPr>
            </a:pPr>
            <a:r>
              <a:t>Review once. Keep the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0AEC2"/>
                </a:solidFill>
                <a:latin typeface="Arial"/>
              </a:defRPr>
            </a:pPr>
            <a:r>
              <a:t>Full original forms. Generic branding. Actual demo app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8092440" cy="448056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ro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783080"/>
            <a:ext cx="6583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DD4BF"/>
                </a:solidFill>
                <a:latin typeface="Arial"/>
              </a:defRPr>
            </a:pPr>
            <a:r>
              <a:t>Clear 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35915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Assigned incharge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verifies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8BDF8"/>
                </a:solidFill>
                <a:latin typeface="Arial"/>
              </a:defRPr>
            </a:pPr>
            <a:r>
              <a:t>Controlled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68503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Return incomplete work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for operator correction.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5262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DD4BF"/>
                </a:solidFill>
                <a:latin typeface="Arial"/>
              </a:defRPr>
            </a:pPr>
            <a:r>
              <a:t>Traceable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0109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Review history and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downloadable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COMPANY QMS /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rial"/>
              </a:defRPr>
            </a:pPr>
            <a:r>
              <a:t>Visibility beyond the checksheet.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0AEC2"/>
                </a:solidFill>
                <a:latin typeface="Arial"/>
              </a:defRPr>
            </a:pPr>
            <a:r>
              <a:t>Full original forms. Generic branding. Actual demo app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8092440" cy="448056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783080"/>
            <a:ext cx="6583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DD4BF"/>
                </a:solidFill>
                <a:latin typeface="Arial"/>
              </a:defRPr>
            </a:pPr>
            <a:r>
              <a:t>See report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35915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Pending, returned,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approved and drafts.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8BDF8"/>
                </a:solidFill>
                <a:latin typeface="Arial"/>
              </a:defRPr>
            </a:pPr>
            <a:r>
              <a:t>Find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68503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Filter by date, shift,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line and report 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5262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DD4BF"/>
                </a:solidFill>
                <a:latin typeface="Arial"/>
              </a:defRPr>
            </a:pPr>
            <a:r>
              <a:t>Admin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0109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Monitor all reports;</a:t>
            </a:r>
          </a:p>
          <a:p>
            <a:pPr>
              <a:spcAft>
                <a:spcPts val="700"/>
              </a:spcAft>
              <a:defRPr sz="1500" b="0">
                <a:solidFill>
                  <a:srgbClr val="A0AEC2"/>
                </a:solidFill>
                <a:latin typeface="Arial"/>
              </a:defRPr>
            </a:pPr>
            <a:r>
              <a:t>review pending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COMPANY QMS / DIGITAL CHECKSHEETS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1F5F9"/>
                </a:solidFill>
                <a:latin typeface="Arial"/>
              </a:defRPr>
            </a:pPr>
            <a:r>
              <a:t>See the difference on your own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0AEC2"/>
                </a:solidFill>
                <a:latin typeface="Arial"/>
              </a:defRPr>
            </a:pPr>
            <a:r>
              <a:t>Full original forms. Generic branding. Actual demo app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1F5F9"/>
                </a:solidFill>
                <a:latin typeface="Arial"/>
              </a:defRPr>
            </a:pPr>
            <a:r>
              <a:t>One line. One shift. One focused 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3520440" cy="201168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108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576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Entry &gt; Review &gt; PDF</a:t>
            </a:r>
          </a:p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Use your familiar checksheet.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880360"/>
            <a:ext cx="3520440" cy="201168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3108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6576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Completeness, approval time</a:t>
            </a:r>
          </a:p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and record retrieval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880360"/>
            <a:ext cx="3520440" cy="201168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3108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36576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Collect team feedback.</a:t>
            </a:r>
          </a:p>
          <a:p>
            <a:pPr>
              <a:spcAft>
                <a:spcPts val="700"/>
              </a:spcAft>
              <a:defRPr sz="1700" b="0">
                <a:solidFill>
                  <a:srgbClr val="A0AEC2"/>
                </a:solidFill>
                <a:latin typeface="Arial"/>
              </a:defRPr>
            </a:pPr>
            <a:r>
              <a:t>Expand after pilot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7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2DD4BF"/>
                </a:solidFill>
                <a:latin typeface="Arial"/>
              </a:defRPr>
            </a:pPr>
            <a:r>
              <a:t>Make quality records easier to enter, review and retrieve.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